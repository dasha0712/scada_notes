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0AD0-77F5-440A-9BAE-81873C419F5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B514-955F-448F-BB79-469EF621E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25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0AD0-77F5-440A-9BAE-81873C419F5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B514-955F-448F-BB79-469EF621E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747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0AD0-77F5-440A-9BAE-81873C419F5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B514-955F-448F-BB79-469EF621E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03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0AD0-77F5-440A-9BAE-81873C419F5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B514-955F-448F-BB79-469EF621E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205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0AD0-77F5-440A-9BAE-81873C419F5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B514-955F-448F-BB79-469EF621E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80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0AD0-77F5-440A-9BAE-81873C419F5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B514-955F-448F-BB79-469EF621E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174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0AD0-77F5-440A-9BAE-81873C419F5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B514-955F-448F-BB79-469EF621E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72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0AD0-77F5-440A-9BAE-81873C419F5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B514-955F-448F-BB79-469EF621E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705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0AD0-77F5-440A-9BAE-81873C419F5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B514-955F-448F-BB79-469EF621E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381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0AD0-77F5-440A-9BAE-81873C419F5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B514-955F-448F-BB79-469EF621E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666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0AD0-77F5-440A-9BAE-81873C419F5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4B514-955F-448F-BB79-469EF621E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010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10AD0-77F5-440A-9BAE-81873C419F5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4B514-955F-448F-BB79-469EF621E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1748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mtClean="0"/>
              <a:t>Serial Communication</a:t>
            </a:r>
            <a:br>
              <a:rPr lang="en-GB" smtClean="0"/>
            </a:b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558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RIAL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663" y="0"/>
            <a:ext cx="9210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637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ALLEL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00" y="0"/>
            <a:ext cx="84312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800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EX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188" y="0"/>
            <a:ext cx="9953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60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ALF DUPLEX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885" y="0"/>
            <a:ext cx="98825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30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LL DUPLEX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388" y="0"/>
            <a:ext cx="90376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141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CK SYN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850" y="0"/>
            <a:ext cx="8242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445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SYNC 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50" y="0"/>
            <a:ext cx="9359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867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rial communication parameters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5500"/>
            <a:ext cx="12192000" cy="266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06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UDRATE COMPARISON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7850"/>
            <a:ext cx="12192000" cy="570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631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S232 AND RS485 COMPARISON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7025"/>
            <a:ext cx="12192000" cy="620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235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Serial Communication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Serial Communication </dc:title>
  <dc:creator>CPLP791</dc:creator>
  <cp:lastModifiedBy>CPLP791</cp:lastModifiedBy>
  <cp:revision>1</cp:revision>
  <dcterms:created xsi:type="dcterms:W3CDTF">2025-04-16T06:57:13Z</dcterms:created>
  <dcterms:modified xsi:type="dcterms:W3CDTF">2025-04-16T06:57:17Z</dcterms:modified>
</cp:coreProperties>
</file>