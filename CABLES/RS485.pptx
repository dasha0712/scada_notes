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1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5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7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8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93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246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53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8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2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2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7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87348-1E92-4EC7-8204-E958EE1FB79A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C9B54-93BB-41A5-AA91-C95971538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944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RS485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31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LL SPECIFICATIO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3" y="0"/>
            <a:ext cx="9856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6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 DIAGR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38" y="0"/>
            <a:ext cx="7526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1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RS485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RS485</dc:title>
  <dc:creator>CPLP791</dc:creator>
  <cp:lastModifiedBy>CPLP791</cp:lastModifiedBy>
  <cp:revision>1</cp:revision>
  <dcterms:created xsi:type="dcterms:W3CDTF">2025-04-16T06:49:28Z</dcterms:created>
  <dcterms:modified xsi:type="dcterms:W3CDTF">2025-04-16T06:49:34Z</dcterms:modified>
</cp:coreProperties>
</file>