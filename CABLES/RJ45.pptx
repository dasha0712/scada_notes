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66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731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918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125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500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22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43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19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485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25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31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015B-BBCA-41F6-AFD5-888EE031FB56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5FBA8-2A05-4F3F-9929-B19786BF6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088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RJ45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09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BLE TYPE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950"/>
            <a:ext cx="12192000" cy="333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2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tegory comparison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0"/>
            <a:ext cx="11247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7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SS CABLE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50" y="0"/>
            <a:ext cx="9639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7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AIGHT AND CROSS OVERVIEW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12192000" cy="357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7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568A TO T568A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138"/>
            <a:ext cx="12192000" cy="668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568B TO T568B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63" y="0"/>
            <a:ext cx="11444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1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AGE OF STRAIGHT AND CROSSOVER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63" y="0"/>
            <a:ext cx="99456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5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RJ45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RJ45</dc:title>
  <dc:creator>CPLP791</dc:creator>
  <cp:lastModifiedBy>CPLP791</cp:lastModifiedBy>
  <cp:revision>1</cp:revision>
  <dcterms:created xsi:type="dcterms:W3CDTF">2025-04-16T06:58:48Z</dcterms:created>
  <dcterms:modified xsi:type="dcterms:W3CDTF">2025-04-16T06:58:51Z</dcterms:modified>
</cp:coreProperties>
</file>