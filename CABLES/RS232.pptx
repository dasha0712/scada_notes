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77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80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00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46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49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68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02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0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20FAA-38D9-4ECF-8B8E-1910B8635CE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B259C-ACF4-4E82-8AF2-1369FE538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62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RS232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56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88" y="8792"/>
            <a:ext cx="10004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" y="0"/>
            <a:ext cx="11060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3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63" y="0"/>
            <a:ext cx="9920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7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8" y="0"/>
            <a:ext cx="11401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7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2713"/>
            <a:ext cx="12192000" cy="409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90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500" y="0"/>
            <a:ext cx="5459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RS232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RS232</dc:title>
  <dc:creator>CPLP791</dc:creator>
  <cp:lastModifiedBy>CPLP791</cp:lastModifiedBy>
  <cp:revision>1</cp:revision>
  <dcterms:created xsi:type="dcterms:W3CDTF">2025-04-16T06:48:21Z</dcterms:created>
  <dcterms:modified xsi:type="dcterms:W3CDTF">2025-04-16T06:48:32Z</dcterms:modified>
</cp:coreProperties>
</file>