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D491-404F-497D-8278-2063DBDA95D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5CAD-B814-4BD1-A879-E89585E40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56934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D491-404F-497D-8278-2063DBDA95D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5CAD-B814-4BD1-A879-E89585E40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5634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D491-404F-497D-8278-2063DBDA95D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5CAD-B814-4BD1-A879-E89585E40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72739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D491-404F-497D-8278-2063DBDA95D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5CAD-B814-4BD1-A879-E89585E40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03633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D491-404F-497D-8278-2063DBDA95D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5CAD-B814-4BD1-A879-E89585E40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4171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D491-404F-497D-8278-2063DBDA95D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5CAD-B814-4BD1-A879-E89585E40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4976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D491-404F-497D-8278-2063DBDA95D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5CAD-B814-4BD1-A879-E89585E40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174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D491-404F-497D-8278-2063DBDA95D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5CAD-B814-4BD1-A879-E89585E40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38806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D491-404F-497D-8278-2063DBDA95D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5CAD-B814-4BD1-A879-E89585E40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4432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D491-404F-497D-8278-2063DBDA95D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5CAD-B814-4BD1-A879-E89585E40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5461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4D491-404F-497D-8278-2063DBDA95D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FD5CAD-B814-4BD1-A879-E89585E40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54516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94D491-404F-497D-8278-2063DBDA95D2}" type="datetimeFigureOut">
              <a:rPr lang="en-IN" smtClean="0"/>
              <a:t>16-04-2025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FD5CAD-B814-4BD1-A879-E89585E4001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44427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FIBER OPTIC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1827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ASIC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4950" y="0"/>
            <a:ext cx="91821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9017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able types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1763" y="0"/>
            <a:ext cx="68468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614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NECTOR TYPE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613" y="0"/>
            <a:ext cx="797718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640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OM TYPES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3538"/>
            <a:ext cx="12192000" cy="613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P IMAGE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17488"/>
            <a:ext cx="12192000" cy="6423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7329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P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27163"/>
            <a:ext cx="12192000" cy="4002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7803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PEED RANGE"/>
          <p:cNvPicPr>
            <a:picLocks noGrp="1" noChangeAspect="1"/>
          </p:cNvPicPr>
          <p:nvPr isPhoto="1"/>
        </p:nvPicPr>
        <p:blipFill>
          <a:blip r:embed="rId2">
            <a:lum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390775"/>
            <a:ext cx="12192000" cy="2076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628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Microsoft Office PowerPoint</Application>
  <PresentationFormat>Widescreen</PresentationFormat>
  <Paragraphs>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FIBER OPTIC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FIBER OPTIC</dc:title>
  <dc:creator>CPLP791</dc:creator>
  <cp:lastModifiedBy>CPLP791</cp:lastModifiedBy>
  <cp:revision>1</cp:revision>
  <dcterms:created xsi:type="dcterms:W3CDTF">2025-04-16T07:00:28Z</dcterms:created>
  <dcterms:modified xsi:type="dcterms:W3CDTF">2025-04-16T07:00:32Z</dcterms:modified>
</cp:coreProperties>
</file>